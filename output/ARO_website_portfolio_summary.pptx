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e5a23660-08aa-4b57-6647-49e9ce7fc468}">
          <p14:sldIdLst>
            <p14:sldId id="256"/>
            <p14:sldId id="257"/>
          </p14:sldIdLst>
        </p14:section>
        <p14:section name="기획 · 구조" id="{8ea16aa7-3f88-7b87-d15e-1f4c9e28d86c}">
          <p14:sldIdLst>
            <p14:sldId id="258"/>
            <p14:sldId id="259"/>
            <p14:sldId id="260"/>
          </p14:sldIdLst>
        </p14:section>
        <p14:section name="주요 기능" id="{f2c88060-a087-9d55-ce8a-5d67e2cfe664}">
          <p14:sldIdLst>
            <p14:sldId id="261"/>
            <p14:sldId id="262"/>
            <p14:sldId id="263"/>
            <p14:sldId id="264"/>
          </p14:sldIdLst>
        </p14:section>
        <p14:section name="문의 서버" id="{8aca5dfe-6455-327b-5808-c8d8b109da19}">
          <p14:sldIdLst>
            <p14:sldId id="265"/>
            <p14:sldId id="266"/>
          </p14:sldIdLst>
        </p14:section>
        <p14:section name="원칙 · 결정" id="{3a65a791-5b0f-45a3-cd78-1a1daa427505}">
          <p14:sldIdLst>
            <p14:sldId id="267"/>
            <p14:sldId id="268"/>
          </p14:sldIdLst>
        </p14:section>
        <p14:section name="검증 · 회고" id="{5de2d9e7-90dd-037f-6021-ab4cb779f471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B6F76"/>
                </a:solidFill>
              </a:rPr>
              <a:t>PORTFOLIO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CATERING BRAND WEBSITE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53312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</a:rPr>
              <a:t>결혼식부터 기업 행사까지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  <a:highlight>
                  <a:srgbClr val="FEE500"/>
                </a:highlight>
              </a:rPr>
              <a:t>한 곳에서 고르는 케이터링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사진으로 메뉴와 행사 분위기를 보고,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견적 문의까지 한 번에 이어지는 케이터링 브랜드 웹사이트입니다.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86868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914400"/>
            <a:ext cx="3931920" cy="24231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페이지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브랜드 · 메뉴 · 갤러리 · 문의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2316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메뉴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4가지 필터로 탐색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EE50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건/분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 · 스팸 방지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3977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React 19</a:t>
            </a:r>
            <a:endParaRPr lang="en-US" sz="9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Cloudflare Workers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기획 대상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예비 부부 · 베뉴 운영자 · 행사 담당자 (사용자 조사 결과는 아님)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보기 어렵고, 묻기 어렵고, 받기 어렵다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케이터링 상담 흐름에서 세 가지 문제를 정의하고, 각각에 대응하는 화면과 기능을 설계했습니다.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EE500"/>
          </a:solidFill>
          <a:ln w="9525">
            <a:solidFill>
              <a:srgbClr val="FEE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E500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FEE500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2026-10-30T06:51:57Z</dcterms:created>
  <dcterms:modified xsi:type="dcterms:W3CDTF">2026-10-30T06:51:57Z</dcterms:modified>
</cp:coreProperties>
</file>