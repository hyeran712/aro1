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08a5ce15-5172-335f-0093-90aa6c6eb887}">
          <p14:sldIdLst>
            <p14:sldId id="256"/>
            <p14:sldId id="257"/>
          </p14:sldIdLst>
        </p14:section>
        <p14:section name="기획 · 구조" id="{af614950-bd3e-7343-a962-8fe6c12370b3}">
          <p14:sldIdLst>
            <p14:sldId id="258"/>
            <p14:sldId id="259"/>
            <p14:sldId id="260"/>
          </p14:sldIdLst>
        </p14:section>
        <p14:section name="주요 기능" id="{740ecb5d-d3b9-8203-765f-9e3deb8c269c}">
          <p14:sldIdLst>
            <p14:sldId id="261"/>
            <p14:sldId id="262"/>
            <p14:sldId id="263"/>
            <p14:sldId id="264"/>
          </p14:sldIdLst>
        </p14:section>
        <p14:section name="문의 서버" id="{17859ceb-e91f-8eb5-6419-2bcf93c5fb6f}">
          <p14:sldIdLst>
            <p14:sldId id="265"/>
            <p14:sldId id="266"/>
          </p14:sldIdLst>
        </p14:section>
        <p14:section name="원칙 · 결정" id="{ee8917dc-fd79-5998-c8fc-f97c0e2b21df}">
          <p14:sldIdLst>
            <p14:sldId id="267"/>
            <p14:sldId id="268"/>
          </p14:sldIdLst>
        </p14:section>
        <p14:section name="검증 · 회고" id="{5b92db85-7552-6d0d-1697-243e89105a9c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B6F76"/>
                </a:solidFill>
              </a:rPr>
              <a:t>PORTFOLIO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CATERING BRAND WEBSITE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764792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</a:rPr>
              <a:t>결혼식부터 기업 행사까지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  <a:highlight>
                  <a:srgbClr val="C3CFB5"/>
                </a:highlight>
              </a:rPr>
              <a:t>한 곳에서 고르는 케이터링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089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사진으로 메뉴와 행사 분위기를 보고,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견적 문의까지 한 번에 이어지는 케이터링 브랜드 웹사이트입니다.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9319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계기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지인의 웨딩 케이터링에 홈페이지가 없어 실제 운영용으로 제작 (운영 준비 중)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지인의 웨딩 케이터링에 쓸 홈페이지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홈페이지가 없던 지인의 케이터링을 위해 실제로 쓸 사이트를 만들며, 고객과 운영자 입장에서 세 가지 문제를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C3CFB5"/>
          </a:solidFill>
          <a:ln w="9525">
            <a:solidFill>
              <a:srgbClr val="C3CFB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4C3A3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3A3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4C3A3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C3CFB5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2026-10-30T07:40:39Z</dcterms:created>
  <dcterms:modified xsi:type="dcterms:W3CDTF">2026-10-30T07:40:39Z</dcterms:modified>
</cp:coreProperties>
</file>