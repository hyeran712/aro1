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c0df8e4a4c4676" /><Relationship Type="http://schemas.openxmlformats.org/officeDocument/2006/relationships/extended-properties" Target="/docProps/app.xml" Id="Rdd0ab7fc662a4ef2" /><Relationship Type="http://schemas.openxmlformats.org/officeDocument/2006/relationships/officeDocument" Target="/ppt/presentation.xml" Id="R33bcae87b12041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7d9622bd0949bd"/>
  </p:sldMasterIdLst>
  <p:notesMasterIdLst>
    <p:notesMasterId xmlns:r="http://schemas.openxmlformats.org/officeDocument/2006/relationships" r:id="Reece4838e8d44ac3"/>
  </p:notesMasterIdLst>
  <p:sldIdLst>
    <p:sldId xmlns:r="http://schemas.openxmlformats.org/officeDocument/2006/relationships" id="256" r:id="Rdc25e00c8ed04594"/>
    <p:sldId xmlns:r="http://schemas.openxmlformats.org/officeDocument/2006/relationships" id="257" r:id="Ra41cc6b331c64347"/>
    <p:sldId xmlns:r="http://schemas.openxmlformats.org/officeDocument/2006/relationships" id="258" r:id="Radc46c60fcbb46f2"/>
    <p:sldId xmlns:r="http://schemas.openxmlformats.org/officeDocument/2006/relationships" id="259" r:id="R4e476698c407415d"/>
    <p:sldId xmlns:r="http://schemas.openxmlformats.org/officeDocument/2006/relationships" id="260" r:id="R5cf8a3325f5d45a7"/>
    <p:sldId xmlns:r="http://schemas.openxmlformats.org/officeDocument/2006/relationships" id="261" r:id="R2eef38952f3f44c1"/>
    <p:sldId xmlns:r="http://schemas.openxmlformats.org/officeDocument/2006/relationships" id="262" r:id="R3271d2422c334cd6"/>
    <p:sldId xmlns:r="http://schemas.openxmlformats.org/officeDocument/2006/relationships" id="263" r:id="R762332d7282047ec"/>
    <p:sldId xmlns:r="http://schemas.openxmlformats.org/officeDocument/2006/relationships" id="264" r:id="Rbcc788a15eda48fa"/>
    <p:sldId xmlns:r="http://schemas.openxmlformats.org/officeDocument/2006/relationships" id="265" r:id="R054809c1ccca4689"/>
    <p:sldId xmlns:r="http://schemas.openxmlformats.org/officeDocument/2006/relationships" id="266" r:id="R683ca590371a4f8a"/>
    <p:sldId xmlns:r="http://schemas.openxmlformats.org/officeDocument/2006/relationships" id="267" r:id="R17c6a46e6e5b4f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d7aabc5ca84664" /><Relationship Type="http://schemas.openxmlformats.org/officeDocument/2006/relationships/slideMaster" Target="/ppt/slideMasters/slideMaster1.xml" Id="R9a7d9622bd0949bd" /><Relationship Type="http://schemas.openxmlformats.org/officeDocument/2006/relationships/notesMaster" Target="/ppt/notesMasters/notesMaster1.xml" Id="Reece4838e8d44ac3" /><Relationship Type="http://schemas.openxmlformats.org/officeDocument/2006/relationships/presProps" Target="/ppt/presProps.xml" Id="R666f0174766b4b1f" /><Relationship Type="http://schemas.openxmlformats.org/officeDocument/2006/relationships/tableStyles" Target="/ppt/tableStyles.xml" Id="Rc4746796f58346c5" /><Relationship Type="http://schemas.openxmlformats.org/officeDocument/2006/relationships/slide" Target="/ppt/slides/slide1.xml" Id="Rdc25e00c8ed04594" /><Relationship Type="http://schemas.openxmlformats.org/officeDocument/2006/relationships/slide" Target="/ppt/slides/slide2.xml" Id="Ra41cc6b331c64347" /><Relationship Type="http://schemas.openxmlformats.org/officeDocument/2006/relationships/slide" Target="/ppt/slides/slide3.xml" Id="Radc46c60fcbb46f2" /><Relationship Type="http://schemas.openxmlformats.org/officeDocument/2006/relationships/slide" Target="/ppt/slides/slide4.xml" Id="R4e476698c407415d" /><Relationship Type="http://schemas.openxmlformats.org/officeDocument/2006/relationships/slide" Target="/ppt/slides/slide5.xml" Id="R5cf8a3325f5d45a7" /><Relationship Type="http://schemas.openxmlformats.org/officeDocument/2006/relationships/slide" Target="/ppt/slides/slide6.xml" Id="R2eef38952f3f44c1" /><Relationship Type="http://schemas.openxmlformats.org/officeDocument/2006/relationships/slide" Target="/ppt/slides/slide7.xml" Id="R3271d2422c334cd6" /><Relationship Type="http://schemas.openxmlformats.org/officeDocument/2006/relationships/slide" Target="/ppt/slides/slide8.xml" Id="R762332d7282047ec" /><Relationship Type="http://schemas.openxmlformats.org/officeDocument/2006/relationships/slide" Target="/ppt/slides/slide9.xml" Id="Rbcc788a15eda48fa" /><Relationship Type="http://schemas.openxmlformats.org/officeDocument/2006/relationships/slide" Target="/ppt/slides/slide10.xml" Id="R054809c1ccca4689" /><Relationship Type="http://schemas.openxmlformats.org/officeDocument/2006/relationships/slide" Target="/ppt/slides/slide11.xml" Id="R683ca590371a4f8a" /><Relationship Type="http://schemas.openxmlformats.org/officeDocument/2006/relationships/slide" Target="/ppt/slides/slide12.xml" Id="R17c6a46e6e5b4f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7e195b6e4943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bf887138ef4720" /><Relationship Type="http://schemas.openxmlformats.org/officeDocument/2006/relationships/notesMaster" Target="/ppt/notesMasters/notesMaster1.xml" Id="R7e48d458fb174a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14d0099091450f" /><Relationship Type="http://schemas.openxmlformats.org/officeDocument/2006/relationships/notesMaster" Target="/ppt/notesMasters/notesMaster1.xml" Id="R32723d1c6be440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ced0f3f6d6462e" /><Relationship Type="http://schemas.openxmlformats.org/officeDocument/2006/relationships/notesMaster" Target="/ppt/notesMasters/notesMaster1.xml" Id="R9a532f25fc074e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a88d5638944174" /><Relationship Type="http://schemas.openxmlformats.org/officeDocument/2006/relationships/notesMaster" Target="/ppt/notesMasters/notesMaster1.xml" Id="Rec0f1f4364e041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7b4201f26343ce" /><Relationship Type="http://schemas.openxmlformats.org/officeDocument/2006/relationships/notesMaster" Target="/ppt/notesMasters/notesMaster1.xml" Id="Rf8296f777dd54a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b5c36c913c4638" /><Relationship Type="http://schemas.openxmlformats.org/officeDocument/2006/relationships/notesMaster" Target="/ppt/notesMasters/notesMaster1.xml" Id="R5057bea21a2248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a3b48cd40145bd" /><Relationship Type="http://schemas.openxmlformats.org/officeDocument/2006/relationships/notesMaster" Target="/ppt/notesMasters/notesMaster1.xml" Id="R0542c5bf56d84e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53dc26217b48f7" /><Relationship Type="http://schemas.openxmlformats.org/officeDocument/2006/relationships/notesMaster" Target="/ppt/notesMasters/notesMaster1.xml" Id="R8f41864bf1f643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cc3dfedead40f5" /><Relationship Type="http://schemas.openxmlformats.org/officeDocument/2006/relationships/notesMaster" Target="/ppt/notesMasters/notesMaster1.xml" Id="Rab07c6b64ca5411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ec18b4e5f074954" /><Relationship Type="http://schemas.openxmlformats.org/officeDocument/2006/relationships/notesMaster" Target="/ppt/notesMasters/notesMaster1.xml" Id="R4efafe8a926c454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e166c1bca64257" /><Relationship Type="http://schemas.openxmlformats.org/officeDocument/2006/relationships/notesMaster" Target="/ppt/notesMasters/notesMaster1.xml" Id="Rc7c1af448c0348c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f75272bb71840a5" /><Relationship Type="http://schemas.openxmlformats.org/officeDocument/2006/relationships/notesMaster" Target="/ppt/notesMasters/notesMaster1.xml" Id="R269821ce129c4a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구성 참고: https://github.com/su4228-prog/Connecting_Kcolor 및 연결된 Connecting K-Color Portfolio PDF. ARO 내용 근거: C:/react/aro/src의 최신 소스와 public/images. 화면: 로컬 최신 개발 서버. 프로젝트 이미지의 실제 행사 실적과 저작권은 별도 확인 필요.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ARO 홈페이지 요약 포트폴리오. 코드는 최신 프로젝트에서 발췌했습니다.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구성 참고: https://github.com/su4228-prog/Connecting_Kcolor 및 연결된 Connecting K-Color Portfolio PDF. ARO 내용 근거: C:/react/aro/src의 최신 소스와 public/images. 화면: 로컬 최신 개발 서버. 프로젝트 이미지의 실제 행사 실적과 저작권은 별도 확인 필요.</a:t>
            </a:r>
          </a:p>
          <a:p xmlns:a="http://schemas.openxmlformats.org/drawingml/2006/main">
            <a:r>
              <a:t>대상 고객은 웹사이트의 서비스 설명과 문의 유형에서 도출한 기획 대상이며 사용자 조사 결과가 아닙니다.</a:t>
            </a:r>
          </a:p>
          <a:p xmlns:a="http://schemas.openxmlformats.org/drawingml/2006/main">
            <a:r>
              <a:t>ARO 홈페이지 요약 포트폴리오. 코드는 최신 프로젝트에서 발췌했습니다.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구성 참고: https://github.com/su4228-prog/Connecting_Kcolor 및 연결된 Connecting K-Color Portfolio PDF. ARO 내용 근거: C:/react/aro/src의 최신 소스와 public/images. 화면: 로컬 최신 개발 서버. 프로젝트 이미지의 실제 행사 실적과 저작권은 별도 확인 필요.</a:t>
            </a:r>
          </a:p>
          <a:p xmlns:a="http://schemas.openxmlformats.org/drawingml/2006/main">
            <a:r>
              <a:t>색상과 웹 폰트는 src/index.css 기준. PPT의 한국어 글꼴은 맑은 고딕을 사용했습니다.</a:t>
            </a:r>
          </a:p>
          <a:p xmlns:a="http://schemas.openxmlformats.org/drawingml/2006/main">
            <a:r>
              <a:t>ARO 홈페이지 요약 포트폴리오. 코드는 최신 프로젝트에서 발췌했습니다.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구성 참고: https://github.com/su4228-prog/Connecting_Kcolor 및 연결된 Connecting K-Color Portfolio PDF. ARO 내용 근거: C:/react/aro/src의 최신 소스와 public/images. 화면: 로컬 최신 개발 서버. 프로젝트 이미지의 실제 행사 실적과 저작권은 별도 확인 필요.</a:t>
            </a:r>
          </a:p>
          <a:p xmlns:a="http://schemas.openxmlformats.org/drawingml/2006/main">
            <a:r>
              <a:t>현재 라우트는 /, /about, /service, /menu, /gallery, /journal, /process, /contact. PROCESS는 상단 메뉴 대신 본문 링크로 연결합니다.</a:t>
            </a:r>
          </a:p>
          <a:p xmlns:a="http://schemas.openxmlformats.org/drawingml/2006/main">
            <a:r>
              <a:t>ARO 홈페이지 요약 포트폴리오. 코드는 최신 프로젝트에서 발췌했습니다.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구성 참고: https://github.com/su4228-prog/Connecting_Kcolor 및 연결된 Connecting K-Color Portfolio PDF. ARO 내용 근거: C:/react/aro/src의 최신 소스와 public/images. 화면: 로컬 최신 개발 서버. 프로젝트 이미지의 실제 행사 실적과 저작권은 별도 확인 필요.</a:t>
            </a:r>
          </a:p>
          <a:p xmlns:a="http://schemas.openxmlformats.org/drawingml/2006/main">
            <a:r>
              <a:t>src/App.js 일부 발췌. Journal, Process와 404 라우트도 존재합니다.</a:t>
            </a:r>
          </a:p>
          <a:p xmlns:a="http://schemas.openxmlformats.org/drawingml/2006/main">
            <a:r>
              <a:t>ARO 홈페이지 요약 포트폴리오. 코드는 최신 프로젝트에서 발췌했습니다.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구성 참고: https://github.com/su4228-prog/Connecting_Kcolor 및 연결된 Connecting K-Color Portfolio PDF. ARO 내용 근거: C:/react/aro/src의 최신 소스와 public/images. 화면: 로컬 최신 개발 서버. 프로젝트 이미지의 실제 행사 실적과 저작권은 별도 확인 필요.</a:t>
            </a:r>
          </a:p>
          <a:p xmlns:a="http://schemas.openxmlformats.org/drawingml/2006/main">
            <a:r>
              <a:t>src/pages/Menu.jsx 실제 코드 발췌. PASTA 선택 화면.</a:t>
            </a:r>
          </a:p>
          <a:p xmlns:a="http://schemas.openxmlformats.org/drawingml/2006/main">
            <a:r>
              <a:t>ARO 홈페이지 요약 포트폴리오. 코드는 최신 프로젝트에서 발췌했습니다.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구성 참고: https://github.com/su4228-prog/Connecting_Kcolor 및 연결된 Connecting K-Color Portfolio PDF. ARO 내용 근거: C:/react/aro/src의 최신 소스와 public/images. 화면: 로컬 최신 개발 서버. 프로젝트 이미지의 실제 행사 실적과 저작권은 별도 확인 필요.</a:t>
            </a:r>
          </a:p>
          <a:p xmlns:a="http://schemas.openxmlformats.org/drawingml/2006/main">
            <a:r>
              <a:t>src/pages/Gallery.jsx 실제 코드 발췌. WEDDING 선택 화면.</a:t>
            </a:r>
          </a:p>
          <a:p xmlns:a="http://schemas.openxmlformats.org/drawingml/2006/main">
            <a:r>
              <a:t>ARO 홈페이지 요약 포트폴리오. 코드는 최신 프로젝트에서 발췌했습니다.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구성 참고: https://github.com/su4228-prog/Connecting_Kcolor 및 연결된 Connecting K-Color Portfolio PDF. ARO 내용 근거: C:/react/aro/src의 최신 소스와 public/images. 화면: 로컬 최신 개발 서버. 프로젝트 이미지의 실제 행사 실적과 저작권은 별도 확인 필요.</a:t>
            </a:r>
          </a:p>
          <a:p xmlns:a="http://schemas.openxmlformats.org/drawingml/2006/main">
            <a:r>
              <a:t>src/pages/Menu.jsx의 메뉴 이미지 래퍼 속성.</a:t>
            </a:r>
          </a:p>
          <a:p xmlns:a="http://schemas.openxmlformats.org/drawingml/2006/main">
            <a:r>
              <a:t>ARO 홈페이지 요약 포트폴리오. 코드는 최신 프로젝트에서 발췌했습니다.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구성 참고: https://github.com/su4228-prog/Connecting_Kcolor 및 연결된 Connecting K-Color Portfolio PDF. ARO 내용 근거: C:/react/aro/src의 최신 소스와 public/images. 화면: 로컬 최신 개발 서버. 프로젝트 이미지의 실제 행사 실적과 저작권은 별도 확인 필요.</a:t>
            </a:r>
          </a:p>
          <a:p xmlns:a="http://schemas.openxmlformats.org/drawingml/2006/main">
            <a:r>
              <a:t>src/components/Header.jsx 실제 속성과 상태 처리.</a:t>
            </a:r>
          </a:p>
          <a:p xmlns:a="http://schemas.openxmlformats.org/drawingml/2006/main">
            <a:r>
              <a:t>ARO 홈페이지 요약 포트폴리오. 코드는 최신 프로젝트에서 발췌했습니다.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구성 참고: https://github.com/su4228-prog/Connecting_Kcolor 및 연결된 Connecting K-Color Portfolio PDF. ARO 내용 근거: C:/react/aro/src의 최신 소스와 public/images. 화면: 로컬 최신 개발 서버. 프로젝트 이미지의 실제 행사 실적과 저작권은 별도 확인 필요.</a:t>
            </a:r>
          </a:p>
          <a:p xmlns:a="http://schemas.openxmlformats.org/drawingml/2006/main">
            <a:r>
              <a:t>src/pages/Home.jsx 구조를 축약한 예시. 현재 웹 화면을 함께 표시했습니다.</a:t>
            </a:r>
          </a:p>
          <a:p xmlns:a="http://schemas.openxmlformats.org/drawingml/2006/main">
            <a:r>
              <a:t>ARO 홈페이지 요약 포트폴리오. 코드는 최신 프로젝트에서 발췌했습니다.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구성 참고: https://github.com/su4228-prog/Connecting_Kcolor 및 연결된 Connecting K-Color Portfolio PDF. ARO 내용 근거: C:/react/aro/src의 최신 소스와 public/images. 화면: 로컬 최신 개발 서버. 프로젝트 이미지의 실제 행사 실적과 저작권은 별도 확인 필요.</a:t>
            </a:r>
          </a:p>
          <a:p xmlns:a="http://schemas.openxmlformats.org/drawingml/2006/main">
            <a:r>
              <a:t>src/pages/Contact.jsx 및 src/pages/Home.jsx 기준. 입력한 정보가 실제로 접수되었다고 주장하지 않습니다.</a:t>
            </a:r>
          </a:p>
          <a:p xmlns:a="http://schemas.openxmlformats.org/drawingml/2006/main">
            <a:r>
              <a:t>ARO 홈페이지 요약 포트폴리오. 코드는 최신 프로젝트에서 발췌했습니다.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구성 참고: https://github.com/su4228-prog/Connecting_Kcolor 및 연결된 Connecting K-Color Portfolio PDF. ARO 내용 근거: C:/react/aro/src의 최신 소스와 public/images. 화면: 로컬 최신 개발 서버. 프로젝트 이미지의 실제 행사 실적과 저작권은 별도 확인 필요.</a:t>
            </a:r>
          </a:p>
          <a:p xmlns:a="http://schemas.openxmlformats.org/drawingml/2006/main">
            <a:r>
              <a:t>개선 계획이며 완료된 기능으로 제시하지 않습니다.</a:t>
            </a:r>
          </a:p>
          <a:p xmlns:a="http://schemas.openxmlformats.org/drawingml/2006/main">
            <a:r>
              <a:t>ARO 홈페이지 요약 포트폴리오. 코드는 최신 프로젝트에서 발췌했습니다.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2ce146698a47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cdecfdcf434db1" /><Relationship Type="http://schemas.openxmlformats.org/officeDocument/2006/relationships/slideLayout" Target="/ppt/slideLayouts/slideLayout1.xml" Id="R273eccd34cec4c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3eccd34cec4c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4f3a79e5449e7" /><Relationship Type="http://schemas.openxmlformats.org/officeDocument/2006/relationships/image" Target="/ppt/media/image.png" Id="Rd68ca983bfae432b" /><Relationship Type="http://schemas.openxmlformats.org/officeDocument/2006/relationships/notesSlide" Target="/ppt/notesSlides/notesSlide1.xml" Id="Raa6e9af8578b4c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7fccae746409d" /><Relationship Type="http://schemas.openxmlformats.org/officeDocument/2006/relationships/notesSlide" Target="/ppt/notesSlides/notesSlide2.xml" Id="Rabd26d5707b545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0978e6ab7e4cbf" /><Relationship Type="http://schemas.openxmlformats.org/officeDocument/2006/relationships/notesSlide" Target="/ppt/notesSlides/notesSlide3.xml" Id="R1095d201797a4b8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5e8f7acad46bd" /><Relationship Type="http://schemas.openxmlformats.org/officeDocument/2006/relationships/notesSlide" Target="/ppt/notesSlides/notesSlide4.xml" Id="Re208b6dbfed141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bc2e0a8022499c" /><Relationship Type="http://schemas.openxmlformats.org/officeDocument/2006/relationships/notesSlide" Target="/ppt/notesSlides/notesSlide5.xml" Id="R8634e78a903c44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0815df760b4194" /><Relationship Type="http://schemas.openxmlformats.org/officeDocument/2006/relationships/image" Target="/ppt/media/image2.png" Id="Rbb6dd670998649c6" /><Relationship Type="http://schemas.openxmlformats.org/officeDocument/2006/relationships/notesSlide" Target="/ppt/notesSlides/notesSlide6.xml" Id="R3836db32aedf4d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497ed50af419f" /><Relationship Type="http://schemas.openxmlformats.org/officeDocument/2006/relationships/image" Target="/ppt/media/image3.png" Id="Rb4da104bc44d4841" /><Relationship Type="http://schemas.openxmlformats.org/officeDocument/2006/relationships/notesSlide" Target="/ppt/notesSlides/notesSlide7.xml" Id="R07ca1ea13a6b4f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00b63f31e4428" /><Relationship Type="http://schemas.openxmlformats.org/officeDocument/2006/relationships/image" Target="/ppt/media/image4.png" Id="Rcc7a6d7e33dd4609" /><Relationship Type="http://schemas.openxmlformats.org/officeDocument/2006/relationships/notesSlide" Target="/ppt/notesSlides/notesSlide8.xml" Id="Ra062a4359d9b470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9c87625c24bb7" /><Relationship Type="http://schemas.openxmlformats.org/officeDocument/2006/relationships/image" Target="/ppt/media/image5.png" Id="R9e44dca948d5414a" /><Relationship Type="http://schemas.openxmlformats.org/officeDocument/2006/relationships/notesSlide" Target="/ppt/notesSlides/notesSlide9.xml" Id="R38cac10d044048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5e54d3ae85457f" /><Relationship Type="http://schemas.openxmlformats.org/officeDocument/2006/relationships/image" Target="/ppt/media/image6.png" Id="Ra059df5a8b59424f" /><Relationship Type="http://schemas.openxmlformats.org/officeDocument/2006/relationships/notesSlide" Target="/ppt/notesSlides/notesSlide10.xml" Id="R781107b7095e4d7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d53423940847ee" /><Relationship Type="http://schemas.openxmlformats.org/officeDocument/2006/relationships/notesSlide" Target="/ppt/notesSlides/notesSlide11.xml" Id="Rbd11308c39a5403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a7b6b07da4894" /><Relationship Type="http://schemas.openxmlformats.org/officeDocument/2006/relationships/notesSlide" Target="/ppt/notesSlides/notesSlide12.xml" Id="R23dbf79abd714c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3033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BCCE45-FD2A-4C9B-9674-E4759D89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rPr>
              <a:t>00  INTRO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D26FE0-04CC-49F9-B06F-CD69F335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7F5F3"/>
                </a:solidFill>
                <a:latin typeface="Malgun Gothic"/>
                <a:ea typeface="Malgun Gothic"/>
                <a:cs typeface="Malgun Gothic"/>
              </a:defRPr>
            </a:pPr>
            <a:r>
              <a:rPr sz="5700" b="1">
                <a:solidFill>
                  <a:srgbClr val="F7F5F3"/>
                </a:solidFill>
                <a:latin typeface="Malgun Gothic"/>
                <a:ea typeface="Malgun Gothic"/>
                <a:cs typeface="Malgun Gothic"/>
              </a:rPr>
              <a:t>ARO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14570-E9F9-4E41-A76B-C344DA32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722768-A060-4DA0-BCF6-01888266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533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7F5F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F7F5F3"/>
                </a:solidFill>
                <a:latin typeface="Malgun Gothic"/>
                <a:ea typeface="Malgun Gothic"/>
                <a:cs typeface="Malgun Gothic"/>
              </a:rPr>
              <a:t>케이터링 웹사이트 제작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89094-0A7A-4BEF-AB8A-56301827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09875"/>
            <a:ext cx="5334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rPr>
              <a:t>브랜드 소개, 메뉴 탐색, 견적 문의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8ca983bfae432b"/>
          <a:srcRect xmlns:a="http://schemas.openxmlformats.org/drawingml/2006/main" l="3704" t="0" r="370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1752600"/>
            <a:ext cx="4762500" cy="3857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6A64C3-ED24-4590-A4DA-27FA37C8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81650"/>
            <a:ext cx="571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rPr>
              <a:t>BRAND WEBSITE PORTFOLIO</a:t>
            </a:r>
          </a:p>
        </p:txBody>
      </p:sp>
    </p:spTree>
    <p:extLst>
      <p:ext uri="{BB962C8B-B14F-4D97-AF65-F5344CB8AC3E}">
        <p14:creationId xmlns:p14="http://schemas.microsoft.com/office/powerpoint/2010/main" val="12632522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5B207D-F069-43BC-A61B-064D289F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02  기획 근거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1EFC02-D841-4878-9681-7775FDC6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기획 목표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EEA7F0-6B41-4548-92F4-18DDF565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0242AF-7B95-4C32-AD98-34384F9F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서비스를 이해하고 메뉴를 살펴본 뒤 문의하는 홈페이지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86D26-C1E0-4D41-A073-72A96694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고객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0EEFD0-077C-49C9-85FC-2743D0BD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5717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예비 부부, 베뉴 운영자, 행사 담당자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B77114-100E-4E79-9DF1-310ECDE4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핵심 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FE453-E8F5-4146-A58F-4D8B9533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6385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서비스 유형, 메뉴, 행사 분위기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41D950-A347-40A6-AB28-CF2396DF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목표 행동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348D89-289E-4FBC-AD42-8AEA90B9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7053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필요한 정보를 확인하고 견적 문의</a:t>
            </a:r>
          </a:p>
        </p:txBody>
      </p:sp>
    </p:spTree>
    <p:extLst>
      <p:ext uri="{BB962C8B-B14F-4D97-AF65-F5344CB8AC3E}">
        <p14:creationId xmlns:p14="http://schemas.microsoft.com/office/powerpoint/2010/main" val="4619795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D2C294-7AF5-4E75-A8AB-C8E37DFC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03  브랜드 및 콘텐츠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D79BC9-1831-49C1-A69F-6B0CB5D5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디자인 방향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23B7A-9E6E-4FFC-8D5F-60775DF5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C44929-BB71-42C5-A2C3-82884CF3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76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사진 중심의 구성과 차분한 색상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6CA3A8-7A45-4E38-A176-9BB6319A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아이보리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1E2188-80BE-4CA1-9952-6AEE31B2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5717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배경 #F7F5F3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7D5E32-AE0D-4FC3-81F6-34BF9AEF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실버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23926E-EB81-4EA0-B7A4-6900CFBD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6385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강조 #B7B8B9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A993AB-66D1-48CD-8406-5E356F50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차콜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46AE7B-28D1-4F12-9E84-BE13FACE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7053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본문 #303336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4195A7-D99C-4A19-850C-28311EF2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웹 폰트: Cormorant Garamond, Noto Serif KR</a:t>
            </a:r>
          </a:p>
        </p:txBody>
      </p:sp>
    </p:spTree>
    <p:extLst>
      <p:ext uri="{BB962C8B-B14F-4D97-AF65-F5344CB8AC3E}">
        <p14:creationId xmlns:p14="http://schemas.microsoft.com/office/powerpoint/2010/main" val="1178973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3033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78C3F1-5643-47F3-9E00-CC6E628C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rPr>
              <a:t>04  서비스 기획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6FBD7F-11C9-417F-8A76-AB19AD29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7F5F3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F7F5F3"/>
                </a:solidFill>
                <a:latin typeface="Malgun Gothic"/>
                <a:ea typeface="Malgun Gothic"/>
                <a:cs typeface="Malgun Gothic"/>
              </a:rPr>
              <a:t>홈페이지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6DB2C1-F58F-4154-82F4-45EAAFAF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0DD4E-E630-496C-8CA9-9FEE05BD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7F5F3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7F5F3"/>
                </a:solidFill>
                <a:latin typeface="Malgun Gothic"/>
                <a:ea typeface="Malgun Gothic"/>
                <a:cs typeface="Malgun Gothic"/>
              </a:rPr>
              <a:t>HOME / ABOUT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725E74-93AC-424B-8028-C595480B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952625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rPr>
              <a:t>브랜드 첫인상과 미션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CD20B-1E0C-4063-A5F4-8396914F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7F5F3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7F5F3"/>
                </a:solidFill>
                <a:latin typeface="Malgun Gothic"/>
                <a:ea typeface="Malgun Gothic"/>
                <a:cs typeface="Malgun Gothic"/>
              </a:rPr>
              <a:t>SERVICES / MENU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6B1706-39AD-49C3-AEEC-07E1CCFD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86075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rPr>
              <a:t>서비스 종류와 메뉴 탐색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87DBDE-E7B7-4131-91FD-0182D6F9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7F5F3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7F5F3"/>
                </a:solidFill>
                <a:latin typeface="Malgun Gothic"/>
                <a:ea typeface="Malgun Gothic"/>
                <a:cs typeface="Malgun Gothic"/>
              </a:rPr>
              <a:t>GALLERY / JOURNAL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1EE6FD-9ACF-4A80-ACBB-B3130544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819525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rPr>
              <a:t>행사 이미지와 브랜드 소식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E7EFA-061D-49A8-A768-94001877B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7F5F3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7F5F3"/>
                </a:solidFill>
                <a:latin typeface="Malgun Gothic"/>
                <a:ea typeface="Malgun Gothic"/>
                <a:cs typeface="Malgun Gothic"/>
              </a:rPr>
              <a:t>PROCESS / CONTACT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A96608-5961-440F-8343-81C0881F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752975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D5D6D7"/>
                </a:solidFill>
                <a:latin typeface="Malgun Gothic"/>
                <a:ea typeface="Malgun Gothic"/>
                <a:cs typeface="Malgun Gothic"/>
              </a:rPr>
              <a:t>진행 절차와 문의 접점</a:t>
            </a:r>
          </a:p>
        </p:txBody>
      </p:sp>
    </p:spTree>
    <p:extLst>
      <p:ext uri="{BB962C8B-B14F-4D97-AF65-F5344CB8AC3E}">
        <p14:creationId xmlns:p14="http://schemas.microsoft.com/office/powerpoint/2010/main" val="2386836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B964BF-6C24-4D5A-ABE8-D693502C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05  구현 및 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AD40E3-07FD-49B0-B7B5-5E40ED42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React 페이지 라우팅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34A243-46B5-4015-8739-AF0953E4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C098FC-C3F0-4EB2-8409-2F46D300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&lt;Routes&gt;</a:t>
            </a:r>
          </a:p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&lt;Route path="/" element={&lt;Home /&gt;} /&gt;</a:t>
            </a:r>
          </a:p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&lt;Route path="/about" element={&lt;About /&gt;} /&gt;</a:t>
            </a:r>
          </a:p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&lt;Route path="/service" element={&lt;Service /&gt;} /&gt;</a:t>
            </a:r>
          </a:p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&lt;Route path="/menu" element={&lt;Menu /&gt;} /&gt;</a:t>
            </a:r>
          </a:p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&lt;Route path="/gallery" element={&lt;Gallery /&gt;} /&gt;</a:t>
            </a:r>
          </a:p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&lt;Route path="/contact" element={&lt;Contact /&gt;} /&gt;</a:t>
            </a:r>
          </a:p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&lt;/Routes&gt;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DF120-C994-44DA-B335-8AE76EA8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162175"/>
            <a:ext cx="3429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페이지는 React Router로 연결하고,</a:t>
            </a:r>
          </a:p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헤더와 푸터는 공통으로 사용합니다.</a:t>
            </a:r>
          </a:p>
        </p:txBody>
      </p:sp>
    </p:spTree>
    <p:extLst>
      <p:ext uri="{BB962C8B-B14F-4D97-AF65-F5344CB8AC3E}">
        <p14:creationId xmlns:p14="http://schemas.microsoft.com/office/powerpoint/2010/main" val="4053104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737A41-0C99-4982-A5F1-9B7F5FED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05  구현 및 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C3C7BE-1FC6-4C04-8ECB-66E11C8F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메뉴 필터와 선택 상태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4D6BAE-7E39-4973-9BED-7C0F1189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6dd670998649c6"/>
          <a:stretch xmlns:a="http://schemas.openxmlformats.org/drawingml/2006/main"/>
        </p:blipFill>
        <p:spPr>
          <a:xfrm xmlns:a="http://schemas.openxmlformats.org/drawingml/2006/main">
            <a:off x="1438658" y="1866900"/>
            <a:ext cx="3866385" cy="3810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0D5A47-6271-44C7-A1CF-633BAF53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76450"/>
            <a:ext cx="4953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const [activeCategory, setActiveCategory]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= useState("ALL");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const filteredItems =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activeCategory === "ALL"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  ? menuItems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  : menuItems.filter(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      item =&gt;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        item.category === activeCategory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    );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60694-CDC6-4CA5-8ADA-07290B08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00625"/>
            <a:ext cx="4953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선택한 카테고리의 메뉴만 표시</a:t>
            </a:r>
          </a:p>
        </p:txBody>
      </p:sp>
    </p:spTree>
    <p:extLst>
      <p:ext uri="{BB962C8B-B14F-4D97-AF65-F5344CB8AC3E}">
        <p14:creationId xmlns:p14="http://schemas.microsoft.com/office/powerpoint/2010/main" val="17842534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C8116-33D1-457C-8329-6911BD18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05  구현 및 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0D0F5D-8619-401F-A228-B2E78E9D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갤러리의 행사 유형 필터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EE7F5-F29B-4A8D-B62C-014C8673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da104bc44d4841"/>
          <a:stretch xmlns:a="http://schemas.openxmlformats.org/drawingml/2006/main"/>
        </p:blipFill>
        <p:spPr>
          <a:xfrm xmlns:a="http://schemas.openxmlformats.org/drawingml/2006/main">
            <a:off x="609600" y="2372721"/>
            <a:ext cx="5524500" cy="279835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042C58-6513-4B54-A34C-FD5768DE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76450"/>
            <a:ext cx="4953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const [active, setActive] = useState("ALL");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const visible = active === "ALL"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? ITEMS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: ITEMS.filter(item =&gt; item.cat === active);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233FFD-B21F-4FD0-9F22-8D54075A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00625"/>
            <a:ext cx="4953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행사 유형에 따라 갤러리 필터링</a:t>
            </a:r>
          </a:p>
        </p:txBody>
      </p:sp>
    </p:spTree>
    <p:extLst>
      <p:ext uri="{BB962C8B-B14F-4D97-AF65-F5344CB8AC3E}">
        <p14:creationId xmlns:p14="http://schemas.microsoft.com/office/powerpoint/2010/main" val="11668391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69472-D7E9-4795-AC7D-69FF9F56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05  구현 및 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2DA00-19E7-49C7-AEA6-67200E9B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메뉴 사진의 상세 정보 표시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C4EC93-BA36-43C7-A2C3-1255AD5A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7a6d7e33dd4609"/>
          <a:stretch xmlns:a="http://schemas.openxmlformats.org/drawingml/2006/main"/>
        </p:blipFill>
        <p:spPr>
          <a:xfrm xmlns:a="http://schemas.openxmlformats.org/drawingml/2006/main">
            <a:off x="910845" y="1866900"/>
            <a:ext cx="4922010" cy="3810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E95D19-9DFE-465A-93FB-E5DC5DB1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76450"/>
            <a:ext cx="4953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tabIndex={0}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role="group"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aria-label={item.title}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aria-describedby={`menu-description-${item.id}`}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90F76B-9707-4922-9B4D-2295F924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00625"/>
            <a:ext cx="4953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마우스 또는 키보드 초점으로</a:t>
            </a:r>
          </a:p>
          <a:p xmlns:a="http://schemas.openxmlformats.org/drawingml/2006/main">
            <a:pPr>
              <a:def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메뉴의 재료 설명 확인</a:t>
            </a:r>
          </a:p>
        </p:txBody>
      </p:sp>
    </p:spTree>
    <p:extLst>
      <p:ext uri="{BB962C8B-B14F-4D97-AF65-F5344CB8AC3E}">
        <p14:creationId xmlns:p14="http://schemas.microsoft.com/office/powerpoint/2010/main" val="18180020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B74741-321D-43F2-8770-3BB2A57A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05  구현 및 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49DEF9-58F2-4495-8788-70CF7576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모바일 내비게이션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CAF6E9-CFEF-4348-B8D6-DF89CC23C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4dca948d5414a"/>
          <a:stretch xmlns:a="http://schemas.openxmlformats.org/drawingml/2006/main"/>
        </p:blipFill>
        <p:spPr>
          <a:xfrm xmlns:a="http://schemas.openxmlformats.org/drawingml/2006/main">
            <a:off x="2491577" y="1866900"/>
            <a:ext cx="1760545" cy="3810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0D9F60-4E2F-4951-8BF8-C5969F6E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76450"/>
            <a:ext cx="4953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aria-expanded={menuOpen}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aria-controls="mobile-navigation"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onClick={() =&gt;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setMenuOpen(open =&gt; !open)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76DEB-5212-44FE-8E53-260917CC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00625"/>
            <a:ext cx="4953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버튼으로 메뉴를 열고 닫기</a:t>
            </a:r>
          </a:p>
          <a:p xmlns:a="http://schemas.openxmlformats.org/drawingml/2006/main">
            <a:pPr>
              <a:def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링크 선택과 Escape 키로 닫기</a:t>
            </a:r>
          </a:p>
        </p:txBody>
      </p:sp>
    </p:spTree>
    <p:extLst>
      <p:ext uri="{BB962C8B-B14F-4D97-AF65-F5344CB8AC3E}">
        <p14:creationId xmlns:p14="http://schemas.microsoft.com/office/powerpoint/2010/main" val="12819696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7843D7-FD98-4297-8D47-E5A1CDBD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05  구현 및 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4CFD76-B144-40AB-8141-14F8C497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FAQ 접기와 펼치기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64C47-71FB-4FFD-AFE8-4CC428C8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59df5a8b59424f"/>
          <a:stretch xmlns:a="http://schemas.openxmlformats.org/drawingml/2006/main"/>
        </p:blipFill>
        <p:spPr>
          <a:xfrm xmlns:a="http://schemas.openxmlformats.org/drawingml/2006/main">
            <a:off x="609600" y="2235398"/>
            <a:ext cx="5524500" cy="307300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2A6E5-EB86-49EF-A62F-C51C0ACE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76450"/>
            <a:ext cx="4953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&lt;details className="faq-item" open&gt;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&lt;summary&gt;최소 인원 기준이 있나요?&lt;/summary&gt;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&lt;div className="faq-a"&gt;...&lt;/div&gt;</a:t>
            </a:r>
          </a:p>
          <a:p xmlns:a="http://schemas.openxmlformats.org/drawingml/2006/main">
            <a:pPr>
              <a:def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&lt;/details&gt;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53EDD6-D62F-4403-ACC9-7CF084C0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00625"/>
            <a:ext cx="4953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필요한 질문만 펼쳐 읽는 FAQ</a:t>
            </a:r>
          </a:p>
        </p:txBody>
      </p:sp>
    </p:spTree>
    <p:extLst>
      <p:ext uri="{BB962C8B-B14F-4D97-AF65-F5344CB8AC3E}">
        <p14:creationId xmlns:p14="http://schemas.microsoft.com/office/powerpoint/2010/main" val="19008969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387EE4-4DC1-485A-A64B-4B530FC7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05  구현 및 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BB10C4-863D-47A1-B78F-859E1C7F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문의 폼의 현재 동작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56F28E-E98E-4075-978F-97794E83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4ED8A3-0BCF-4EE8-AE3E-FA1A04A7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71437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const handleSubmit = (e) =&gt; {</a:t>
            </a:r>
          </a:p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e.preventDefault();</a:t>
            </a:r>
          </a:p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console.log('문의 제출:', form);</a:t>
            </a:r>
          </a:p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  setSubmitted(true);</a:t>
            </a:r>
          </a:p>
          <a:p xmlns:a="http://schemas.openxmlformats.org/drawingml/2006/main">
            <a:pPr>
              <a:def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};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1ACAE-04C4-4CF4-8A7E-CDA6E6B8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162175"/>
            <a:ext cx="3429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입력값과 접수 안내 표시</a:t>
            </a:r>
          </a:p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실제 전송은 서버 연동 필요</a:t>
            </a:r>
          </a:p>
        </p:txBody>
      </p:sp>
    </p:spTree>
    <p:extLst>
      <p:ext uri="{BB962C8B-B14F-4D97-AF65-F5344CB8AC3E}">
        <p14:creationId xmlns:p14="http://schemas.microsoft.com/office/powerpoint/2010/main" val="10184690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1DB193-2D76-4A9B-A55A-55B908C0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06  검증 계획 및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E2E93F-E2C7-47B6-B4B5-BD2485BE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개선 과제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EDB0EC-7F44-4459-97E7-150E2C70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531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28C41-7AD4-4656-A065-D7421464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문의 연동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854575-E50A-4689-9737-6F54D3C8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952625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입력 검증과 실제 접수 처리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C344D6-11BC-4056-8080-D2FE76D7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콘텐츠 확정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F04CEC-7E32-4EBF-BF37-8393E39F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019425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메뉴 조건, 연락처, 사진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47DA8D-C8D5-4CA3-92F3-2491B852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303336"/>
                </a:solidFill>
                <a:latin typeface="Malgun Gothic"/>
                <a:ea typeface="Malgun Gothic"/>
                <a:cs typeface="Malgun Gothic"/>
              </a:rPr>
              <a:t>행동 측정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AF875-7CB9-4165-A467-3A457492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086225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686D"/>
                </a:solidFill>
                <a:latin typeface="Malgun Gothic"/>
                <a:ea typeface="Malgun Gothic"/>
                <a:cs typeface="Malgun Gothic"/>
              </a:rPr>
              <a:t>메뉴 탐색과 문의 성공 기록</a:t>
            </a:r>
          </a:p>
        </p:txBody>
      </p:sp>
    </p:spTree>
    <p:extLst>
      <p:ext uri="{BB962C8B-B14F-4D97-AF65-F5344CB8AC3E}">
        <p14:creationId xmlns:p14="http://schemas.microsoft.com/office/powerpoint/2010/main" val="13478979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2026-10-07T02:05:04.2270000Z</dcterms:created>
  <dcterms:modified xsi:type="dcterms:W3CDTF">2026-10-07T02:05:04.2270000Z</dcterms:modified>
</coreProperties>
</file>